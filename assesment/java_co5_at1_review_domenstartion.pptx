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89" r:id="rId2"/>
    <p:sldId id="257" r:id="rId3"/>
    <p:sldId id="290" r:id="rId4"/>
    <p:sldId id="258" r:id="rId5"/>
    <p:sldId id="259" r:id="rId6"/>
    <p:sldId id="260" r:id="rId7"/>
    <p:sldId id="291" r:id="rId8"/>
    <p:sldId id="292" r:id="rId9"/>
    <p:sldId id="264" r:id="rId10"/>
    <p:sldId id="261" r:id="rId11"/>
    <p:sldId id="293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B6D5EA-664B-487D-90F3-62B9ADD7F4F0}" v="4" dt="2026-07-28T17:47:24.586"/>
    <p1510:client id="{FB5DA1E7-3273-4638-973A-523459916C98}" v="27" dt="2026-07-29T04:35:50.8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5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rakalsubahan17@outlook.com" userId="acd941c7071c7b22" providerId="LiveId" clId="{2045C576-319B-40BB-B274-0175603C22F1}"/>
    <pc:docChg chg="undo redo custSel addSld delSld modSld sldOrd">
      <pc:chgData name="thatrakalsubahan17@outlook.com" userId="acd941c7071c7b22" providerId="LiveId" clId="{2045C576-319B-40BB-B274-0175603C22F1}" dt="2026-07-29T04:47:26.796" v="617" actId="20577"/>
      <pc:docMkLst>
        <pc:docMk/>
      </pc:docMkLst>
      <pc:sldChg chg="addSp delSp modSp mod">
        <pc:chgData name="thatrakalsubahan17@outlook.com" userId="acd941c7071c7b22" providerId="LiveId" clId="{2045C576-319B-40BB-B274-0175603C22F1}" dt="2026-07-29T04:18:11.805" v="21" actId="1076"/>
        <pc:sldMkLst>
          <pc:docMk/>
          <pc:sldMk cId="0" sldId="257"/>
        </pc:sldMkLst>
        <pc:spChg chg="add mod">
          <ac:chgData name="thatrakalsubahan17@outlook.com" userId="acd941c7071c7b22" providerId="LiveId" clId="{2045C576-319B-40BB-B274-0175603C22F1}" dt="2026-07-29T04:18:08.651" v="20" actId="1076"/>
          <ac:spMkLst>
            <pc:docMk/>
            <pc:sldMk cId="0" sldId="257"/>
            <ac:spMk id="2" creationId="{AE17C43D-7953-5BC1-E54E-298B9B3C2AC4}"/>
          </ac:spMkLst>
        </pc:spChg>
        <pc:spChg chg="mod">
          <ac:chgData name="thatrakalsubahan17@outlook.com" userId="acd941c7071c7b22" providerId="LiveId" clId="{2045C576-319B-40BB-B274-0175603C22F1}" dt="2026-07-29T04:18:11.805" v="21" actId="1076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thatrakalsubahan17@outlook.com" userId="acd941c7071c7b22" providerId="LiveId" clId="{2045C576-319B-40BB-B274-0175603C22F1}" dt="2026-07-29T04:17:06.848" v="7" actId="478"/>
          <ac:spMkLst>
            <pc:docMk/>
            <pc:sldMk cId="0" sldId="257"/>
            <ac:spMk id="5" creationId="{00000000-0000-0000-0000-000000000000}"/>
          </ac:spMkLst>
        </pc:spChg>
      </pc:sldChg>
      <pc:sldChg chg="modSp mod ord">
        <pc:chgData name="thatrakalsubahan17@outlook.com" userId="acd941c7071c7b22" providerId="LiveId" clId="{2045C576-319B-40BB-B274-0175603C22F1}" dt="2026-07-29T04:37:33.741" v="571" actId="255"/>
        <pc:sldMkLst>
          <pc:docMk/>
          <pc:sldMk cId="0" sldId="258"/>
        </pc:sldMkLst>
        <pc:spChg chg="mod">
          <ac:chgData name="thatrakalsubahan17@outlook.com" userId="acd941c7071c7b22" providerId="LiveId" clId="{2045C576-319B-40BB-B274-0175603C22F1}" dt="2026-07-29T04:23:34.008" v="193" actId="10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7:33.741" v="571" actId="255"/>
          <ac:spMkLst>
            <pc:docMk/>
            <pc:sldMk cId="0" sldId="258"/>
            <ac:spMk id="5" creationId="{00000000-0000-0000-0000-000000000000}"/>
          </ac:spMkLst>
        </pc:spChg>
      </pc:sldChg>
      <pc:sldChg chg="addSp delSp modSp mod">
        <pc:chgData name="thatrakalsubahan17@outlook.com" userId="acd941c7071c7b22" providerId="LiveId" clId="{2045C576-319B-40BB-B274-0175603C22F1}" dt="2026-07-29T04:24:00.785" v="195" actId="1076"/>
        <pc:sldMkLst>
          <pc:docMk/>
          <pc:sldMk cId="0" sldId="259"/>
        </pc:sldMkLst>
        <pc:spChg chg="add mod">
          <ac:chgData name="thatrakalsubahan17@outlook.com" userId="acd941c7071c7b22" providerId="LiveId" clId="{2045C576-319B-40BB-B274-0175603C22F1}" dt="2026-07-29T04:24:00.785" v="195" actId="1076"/>
          <ac:spMkLst>
            <pc:docMk/>
            <pc:sldMk cId="0" sldId="259"/>
            <ac:spMk id="2" creationId="{61400630-22AB-53EF-E8DD-7AB0B0AB996D}"/>
          </ac:spMkLst>
        </pc:spChg>
        <pc:spChg chg="add mod">
          <ac:chgData name="thatrakalsubahan17@outlook.com" userId="acd941c7071c7b22" providerId="LiveId" clId="{2045C576-319B-40BB-B274-0175603C22F1}" dt="2026-07-29T04:23:13.239" v="189" actId="20577"/>
          <ac:spMkLst>
            <pc:docMk/>
            <pc:sldMk cId="0" sldId="259"/>
            <ac:spMk id="3" creationId="{FE6ECE05-AD0A-7F29-5B95-27F8F5F0C517}"/>
          </ac:spMkLst>
        </pc:spChg>
        <pc:spChg chg="del">
          <ac:chgData name="thatrakalsubahan17@outlook.com" userId="acd941c7071c7b22" providerId="LiveId" clId="{2045C576-319B-40BB-B274-0175603C22F1}" dt="2026-07-29T04:20:40.851" v="117" actId="478"/>
          <ac:spMkLst>
            <pc:docMk/>
            <pc:sldMk cId="0" sldId="259"/>
            <ac:spMk id="5" creationId="{00000000-0000-0000-0000-000000000000}"/>
          </ac:spMkLst>
        </pc:spChg>
      </pc:sldChg>
      <pc:sldChg chg="delSp modSp mod">
        <pc:chgData name="thatrakalsubahan17@outlook.com" userId="acd941c7071c7b22" providerId="LiveId" clId="{2045C576-319B-40BB-B274-0175603C22F1}" dt="2026-07-29T04:30:17.988" v="375" actId="11"/>
        <pc:sldMkLst>
          <pc:docMk/>
          <pc:sldMk cId="0" sldId="260"/>
        </pc:sldMkLst>
        <pc:spChg chg="mod">
          <ac:chgData name="thatrakalsubahan17@outlook.com" userId="acd941c7071c7b22" providerId="LiveId" clId="{2045C576-319B-40BB-B274-0175603C22F1}" dt="2026-07-29T04:25:18.679" v="309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0:17.988" v="375" actId="11"/>
          <ac:spMkLst>
            <pc:docMk/>
            <pc:sldMk cId="0" sldId="260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24:10.578" v="196" actId="478"/>
          <ac:picMkLst>
            <pc:docMk/>
            <pc:sldMk cId="0" sldId="260"/>
            <ac:picMk id="9" creationId="{65F5D94A-3B76-84C1-0271-7F553B348D7B}"/>
          </ac:picMkLst>
        </pc:picChg>
      </pc:sldChg>
      <pc:sldChg chg="addSp delSp modSp mod">
        <pc:chgData name="thatrakalsubahan17@outlook.com" userId="acd941c7071c7b22" providerId="LiveId" clId="{2045C576-319B-40BB-B274-0175603C22F1}" dt="2026-07-29T04:44:03.625" v="611" actId="1076"/>
        <pc:sldMkLst>
          <pc:docMk/>
          <pc:sldMk cId="0" sldId="261"/>
        </pc:sldMkLst>
        <pc:spChg chg="mod">
          <ac:chgData name="thatrakalsubahan17@outlook.com" userId="acd941c7071c7b22" providerId="LiveId" clId="{2045C576-319B-40BB-B274-0175603C22F1}" dt="2026-07-29T04:31:06.576" v="433" actId="2711"/>
          <ac:spMkLst>
            <pc:docMk/>
            <pc:sldMk cId="0" sldId="261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35.973" v="494" actId="255"/>
          <ac:spMkLst>
            <pc:docMk/>
            <pc:sldMk cId="0" sldId="261"/>
            <ac:spMk id="5" creationId="{00000000-0000-0000-0000-000000000000}"/>
          </ac:spMkLst>
        </pc:spChg>
        <pc:picChg chg="add del mod modCrop">
          <ac:chgData name="thatrakalsubahan17@outlook.com" userId="acd941c7071c7b22" providerId="LiveId" clId="{2045C576-319B-40BB-B274-0175603C22F1}" dt="2026-07-29T04:44:03.625" v="611" actId="1076"/>
          <ac:picMkLst>
            <pc:docMk/>
            <pc:sldMk cId="0" sldId="261"/>
            <ac:picMk id="2" creationId="{0D133C38-E808-7355-31B8-ECE498BAAF00}"/>
          </ac:picMkLst>
        </pc:picChg>
        <pc:picChg chg="del">
          <ac:chgData name="thatrakalsubahan17@outlook.com" userId="acd941c7071c7b22" providerId="LiveId" clId="{2045C576-319B-40BB-B274-0175603C22F1}" dt="2026-07-29T04:30:41.843" v="376" actId="478"/>
          <ac:picMkLst>
            <pc:docMk/>
            <pc:sldMk cId="0" sldId="261"/>
            <ac:picMk id="9" creationId="{33443CE5-EF74-A743-7A0C-779843471E01}"/>
          </ac:picMkLst>
        </pc:picChg>
      </pc:sldChg>
      <pc:sldChg chg="addSp delSp modSp mod ord">
        <pc:chgData name="thatrakalsubahan17@outlook.com" userId="acd941c7071c7b22" providerId="LiveId" clId="{2045C576-319B-40BB-B274-0175603C22F1}" dt="2026-07-29T04:33:42.978" v="496"/>
        <pc:sldMkLst>
          <pc:docMk/>
          <pc:sldMk cId="0" sldId="264"/>
        </pc:sldMkLst>
        <pc:spChg chg="add mod">
          <ac:chgData name="thatrakalsubahan17@outlook.com" userId="acd941c7071c7b22" providerId="LiveId" clId="{2045C576-319B-40BB-B274-0175603C22F1}" dt="2026-07-29T04:33:12.900" v="492" actId="122"/>
          <ac:spMkLst>
            <pc:docMk/>
            <pc:sldMk cId="0" sldId="264"/>
            <ac:spMk id="3" creationId="{26A2BB36-BC9F-C98C-6E6A-3DD3A6CC78DA}"/>
          </ac:spMkLst>
        </pc:spChg>
        <pc:spChg chg="mod">
          <ac:chgData name="thatrakalsubahan17@outlook.com" userId="acd941c7071c7b22" providerId="LiveId" clId="{2045C576-319B-40BB-B274-0175603C22F1}" dt="2026-07-29T04:32:02.265" v="478" actId="20577"/>
          <ac:spMkLst>
            <pc:docMk/>
            <pc:sldMk cId="0" sldId="264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3:17.756" v="493" actId="12"/>
          <ac:spMkLst>
            <pc:docMk/>
            <pc:sldMk cId="0" sldId="264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1:56.246" v="453" actId="478"/>
          <ac:picMkLst>
            <pc:docMk/>
            <pc:sldMk cId="0" sldId="264"/>
            <ac:picMk id="2" creationId="{00000000-0000-0000-0000-000000000000}"/>
          </ac:picMkLst>
        </pc:picChg>
      </pc:sldChg>
      <pc:sldChg chg="delSp modSp mod">
        <pc:chgData name="thatrakalsubahan17@outlook.com" userId="acd941c7071c7b22" providerId="LiveId" clId="{2045C576-319B-40BB-B274-0175603C22F1}" dt="2026-07-29T04:35:04.060" v="557" actId="1076"/>
        <pc:sldMkLst>
          <pc:docMk/>
          <pc:sldMk cId="0" sldId="265"/>
        </pc:sldMkLst>
        <pc:spChg chg="mod">
          <ac:chgData name="thatrakalsubahan17@outlook.com" userId="acd941c7071c7b22" providerId="LiveId" clId="{2045C576-319B-40BB-B274-0175603C22F1}" dt="2026-07-29T04:35:04.060" v="557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4:49.156" v="555" actId="1076"/>
          <ac:spMkLst>
            <pc:docMk/>
            <pc:sldMk cId="0" sldId="265"/>
            <ac:spMk id="5" creationId="{00000000-0000-0000-0000-000000000000}"/>
          </ac:spMkLst>
        </pc:spChg>
        <pc:picChg chg="del">
          <ac:chgData name="thatrakalsubahan17@outlook.com" userId="acd941c7071c7b22" providerId="LiveId" clId="{2045C576-319B-40BB-B274-0175603C22F1}" dt="2026-07-29T04:33:56.653" v="497" actId="478"/>
          <ac:picMkLst>
            <pc:docMk/>
            <pc:sldMk cId="0" sldId="265"/>
            <ac:picMk id="14" creationId="{49E8FAF5-4A25-84C4-44F8-29045A2EF18E}"/>
          </ac:picMkLst>
        </pc:picChg>
      </pc:sldChg>
      <pc:sldChg chg="del">
        <pc:chgData name="thatrakalsubahan17@outlook.com" userId="acd941c7071c7b22" providerId="LiveId" clId="{2045C576-319B-40BB-B274-0175603C22F1}" dt="2026-07-29T04:35:38.069" v="558" actId="2696"/>
        <pc:sldMkLst>
          <pc:docMk/>
          <pc:sldMk cId="0" sldId="266"/>
        </pc:sldMkLst>
      </pc:sldChg>
      <pc:sldChg chg="modSp mod">
        <pc:chgData name="thatrakalsubahan17@outlook.com" userId="acd941c7071c7b22" providerId="LiveId" clId="{2045C576-319B-40BB-B274-0175603C22F1}" dt="2026-07-29T04:36:56.013" v="570" actId="1076"/>
        <pc:sldMkLst>
          <pc:docMk/>
          <pc:sldMk cId="0" sldId="267"/>
        </pc:sldMkLst>
        <pc:spChg chg="mod">
          <ac:chgData name="thatrakalsubahan17@outlook.com" userId="acd941c7071c7b22" providerId="LiveId" clId="{2045C576-319B-40BB-B274-0175603C22F1}" dt="2026-07-29T04:36:56.013" v="570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thatrakalsubahan17@outlook.com" userId="acd941c7071c7b22" providerId="LiveId" clId="{2045C576-319B-40BB-B274-0175603C22F1}" dt="2026-07-29T04:36:24.501" v="565" actId="25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thatrakalsubahan17@outlook.com" userId="acd941c7071c7b22" providerId="LiveId" clId="{2045C576-319B-40BB-B274-0175603C22F1}" dt="2026-07-29T04:47:26.796" v="617" actId="20577"/>
        <pc:sldMkLst>
          <pc:docMk/>
          <pc:sldMk cId="2747240544" sldId="289"/>
        </pc:sldMkLst>
        <pc:spChg chg="mod">
          <ac:chgData name="thatrakalsubahan17@outlook.com" userId="acd941c7071c7b22" providerId="LiveId" clId="{2045C576-319B-40BB-B274-0175603C22F1}" dt="2026-07-29T04:47:26.796" v="617" actId="20577"/>
          <ac:spMkLst>
            <pc:docMk/>
            <pc:sldMk cId="2747240544" sldId="289"/>
            <ac:spMk id="7" creationId="{88B2EF99-82AA-F1F2-9A6E-5718A160EF18}"/>
          </ac:spMkLst>
        </pc:spChg>
      </pc:sldChg>
      <pc:sldChg chg="addSp delSp modSp add mod">
        <pc:chgData name="thatrakalsubahan17@outlook.com" userId="acd941c7071c7b22" providerId="LiveId" clId="{2045C576-319B-40BB-B274-0175603C22F1}" dt="2026-07-29T04:37:45.599" v="573" actId="1076"/>
        <pc:sldMkLst>
          <pc:docMk/>
          <pc:sldMk cId="822373472" sldId="290"/>
        </pc:sldMkLst>
        <pc:spChg chg="add mod">
          <ac:chgData name="thatrakalsubahan17@outlook.com" userId="acd941c7071c7b22" providerId="LiveId" clId="{2045C576-319B-40BB-B274-0175603C22F1}" dt="2026-07-29T04:37:45.599" v="573" actId="1076"/>
          <ac:spMkLst>
            <pc:docMk/>
            <pc:sldMk cId="822373472" sldId="290"/>
            <ac:spMk id="2" creationId="{561F0D18-9889-2140-D361-BE8DAD21DC8D}"/>
          </ac:spMkLst>
        </pc:spChg>
        <pc:spChg chg="mod">
          <ac:chgData name="thatrakalsubahan17@outlook.com" userId="acd941c7071c7b22" providerId="LiveId" clId="{2045C576-319B-40BB-B274-0175603C22F1}" dt="2026-07-29T04:19:46.774" v="68" actId="1076"/>
          <ac:spMkLst>
            <pc:docMk/>
            <pc:sldMk cId="822373472" sldId="290"/>
            <ac:spMk id="4" creationId="{20DA9B9C-9C1F-C1B6-ABBC-088B0E145F98}"/>
          </ac:spMkLst>
        </pc:spChg>
        <pc:spChg chg="del">
          <ac:chgData name="thatrakalsubahan17@outlook.com" userId="acd941c7071c7b22" providerId="LiveId" clId="{2045C576-319B-40BB-B274-0175603C22F1}" dt="2026-07-29T04:18:50.042" v="23" actId="478"/>
          <ac:spMkLst>
            <pc:docMk/>
            <pc:sldMk cId="822373472" sldId="290"/>
            <ac:spMk id="5" creationId="{EA17B627-1EF0-E3F7-3FB7-1D1947261736}"/>
          </ac:spMkLst>
        </pc:spChg>
      </pc:sldChg>
      <pc:sldChg chg="modSp add mod">
        <pc:chgData name="thatrakalsubahan17@outlook.com" userId="acd941c7071c7b22" providerId="LiveId" clId="{2045C576-319B-40BB-B274-0175603C22F1}" dt="2026-07-29T04:30:01.290" v="373" actId="11"/>
        <pc:sldMkLst>
          <pc:docMk/>
          <pc:sldMk cId="75818756" sldId="291"/>
        </pc:sldMkLst>
        <pc:spChg chg="mod">
          <ac:chgData name="thatrakalsubahan17@outlook.com" userId="acd941c7071c7b22" providerId="LiveId" clId="{2045C576-319B-40BB-B274-0175603C22F1}" dt="2026-07-29T04:27:41.417" v="317" actId="113"/>
          <ac:spMkLst>
            <pc:docMk/>
            <pc:sldMk cId="75818756" sldId="291"/>
            <ac:spMk id="4" creationId="{D731462E-ADC6-4F16-DB5F-A47D4D4CEE02}"/>
          </ac:spMkLst>
        </pc:spChg>
        <pc:spChg chg="mod">
          <ac:chgData name="thatrakalsubahan17@outlook.com" userId="acd941c7071c7b22" providerId="LiveId" clId="{2045C576-319B-40BB-B274-0175603C22F1}" dt="2026-07-29T04:30:01.290" v="373" actId="11"/>
          <ac:spMkLst>
            <pc:docMk/>
            <pc:sldMk cId="75818756" sldId="291"/>
            <ac:spMk id="5" creationId="{84068C86-17F1-551D-B9DF-D917A8D46A55}"/>
          </ac:spMkLst>
        </pc:spChg>
      </pc:sldChg>
      <pc:sldChg chg="modSp add mod">
        <pc:chgData name="thatrakalsubahan17@outlook.com" userId="acd941c7071c7b22" providerId="LiveId" clId="{2045C576-319B-40BB-B274-0175603C22F1}" dt="2026-07-29T04:29:48.282" v="371" actId="5793"/>
        <pc:sldMkLst>
          <pc:docMk/>
          <pc:sldMk cId="1782216241" sldId="292"/>
        </pc:sldMkLst>
        <pc:spChg chg="mod">
          <ac:chgData name="thatrakalsubahan17@outlook.com" userId="acd941c7071c7b22" providerId="LiveId" clId="{2045C576-319B-40BB-B274-0175603C22F1}" dt="2026-07-29T04:28:57.754" v="363" actId="113"/>
          <ac:spMkLst>
            <pc:docMk/>
            <pc:sldMk cId="1782216241" sldId="292"/>
            <ac:spMk id="4" creationId="{B2AF1F51-C6EB-0202-333A-01EB408305AD}"/>
          </ac:spMkLst>
        </pc:spChg>
        <pc:spChg chg="mod">
          <ac:chgData name="thatrakalsubahan17@outlook.com" userId="acd941c7071c7b22" providerId="LiveId" clId="{2045C576-319B-40BB-B274-0175603C22F1}" dt="2026-07-29T04:29:48.282" v="371" actId="5793"/>
          <ac:spMkLst>
            <pc:docMk/>
            <pc:sldMk cId="1782216241" sldId="292"/>
            <ac:spMk id="5" creationId="{DA9519EB-7E14-9F58-4AE5-7851FCBBC64D}"/>
          </ac:spMkLst>
        </pc:spChg>
      </pc:sldChg>
      <pc:sldChg chg="addSp modSp new mod">
        <pc:chgData name="thatrakalsubahan17@outlook.com" userId="acd941c7071c7b22" providerId="LiveId" clId="{2045C576-319B-40BB-B274-0175603C22F1}" dt="2026-07-29T04:39:43.209" v="578" actId="1076"/>
        <pc:sldMkLst>
          <pc:docMk/>
          <pc:sldMk cId="674436863" sldId="293"/>
        </pc:sldMkLst>
        <pc:picChg chg="add mod modCrop">
          <ac:chgData name="thatrakalsubahan17@outlook.com" userId="acd941c7071c7b22" providerId="LiveId" clId="{2045C576-319B-40BB-B274-0175603C22F1}" dt="2026-07-29T04:39:43.209" v="578" actId="1076"/>
          <ac:picMkLst>
            <pc:docMk/>
            <pc:sldMk cId="674436863" sldId="293"/>
            <ac:picMk id="2" creationId="{6110245E-94C9-12DB-2750-254B00CE2C5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82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D26E9-BA8F-E31B-21D7-CE9A554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9AA4C-2540-19FE-293C-F9108E32B2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35BAB-1402-43D3-E669-C7FDF75B4E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ED5C1A-C522-CC12-B7E4-D2044E66E3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840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5D28-F798-FD30-697D-DE35EAF10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3B9A38-EBBA-2131-51BF-DB68F2831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5A5038-C06F-3A3F-6E03-498D60A2A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574F30-3822-C83A-DB56-9F29EDCA56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4823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95508-3CFF-D885-04E2-6CE1BBFC5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D542E2-006E-3489-879E-6F01D58F5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39E707-A6E1-4737-C44E-B3C22B0C45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A60C3-7970-EC27-A90D-483A94746C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5327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https://pub.mdpi-res.com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https://www.mdpi.com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03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7094-8701-F282-F96B-11BA02B68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09820"/>
            <a:ext cx="7886700" cy="994172"/>
          </a:xfrm>
        </p:spPr>
        <p:txBody>
          <a:bodyPr>
            <a:normAutofit/>
          </a:bodyPr>
          <a:lstStyle/>
          <a:p>
            <a:r>
              <a:rPr sz="2000"/>
              <a:t>CROSS-UTILITY SMART CAMPUS RESOURCE MONITOR: INTEGRATED ENERGY COMPETITION AND WATER LEAKAGE DETECTION</a:t>
            </a:r>
            <a:endParaRPr lang="en-IN" sz="2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0D3E2-F610-2747-1C75-E6CF00CE5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87" y="2571750"/>
            <a:ext cx="7886700" cy="27292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sz="2000"/>
              <a:t>CSA0925 – PROGRAMMING IN JAVA
Name of the Student:
G SAI DEEPAK (192311432)
I MD INTHIAZ (192521360)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C0B79C-0873-08C5-C549-9711070DE923}"/>
              </a:ext>
            </a:extLst>
          </p:cNvPr>
          <p:cNvSpPr txBox="1"/>
          <p:nvPr/>
        </p:nvSpPr>
        <p:spPr>
          <a:xfrm>
            <a:off x="628650" y="3672812"/>
            <a:ext cx="20305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50" b="1" dirty="0">
                <a:latin typeface="Times New Roman" pitchFamily="18" charset="0"/>
                <a:cs typeface="Times New Roman" pitchFamily="18" charset="0"/>
              </a:rPr>
              <a:t>Guided by :</a:t>
            </a:r>
          </a:p>
          <a:p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3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Sivasankar</a:t>
            </a:r>
            <a:r>
              <a:rPr lang="en-I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 </a:t>
            </a:r>
          </a:p>
        </p:txBody>
      </p:sp>
      <p:pic>
        <p:nvPicPr>
          <p:cNvPr id="17" name="Picture 16" descr="Saveetha University">
            <a:extLst>
              <a:ext uri="{FF2B5EF4-FFF2-40B4-BE49-F238E27FC236}">
                <a16:creationId xmlns:a16="http://schemas.microsoft.com/office/drawing/2014/main" id="{4E65343F-AFCE-2551-4001-5C99A7852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74" y="237952"/>
            <a:ext cx="4062270" cy="831193"/>
          </a:xfrm>
          <a:prstGeom prst="rect">
            <a:avLst/>
          </a:prstGeom>
        </p:spPr>
      </p:pic>
      <p:pic>
        <p:nvPicPr>
          <p:cNvPr id="20" name="Picture 19" descr="Admissions — SIMATS">
            <a:extLst>
              <a:ext uri="{FF2B5EF4-FFF2-40B4-BE49-F238E27FC236}">
                <a16:creationId xmlns:a16="http://schemas.microsoft.com/office/drawing/2014/main" id="{76952476-05EE-764E-40A1-59AA06F4F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184697"/>
            <a:ext cx="4062270" cy="99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40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19" y="762774"/>
            <a:ext cx="782867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2000"/>
              <a:t>Problem Background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36D5878-E3A8-758A-AA8F-A6722FC72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10" name="Picture 9" descr="Admissions — SIMATS">
            <a:extLst>
              <a:ext uri="{FF2B5EF4-FFF2-40B4-BE49-F238E27FC236}">
                <a16:creationId xmlns:a16="http://schemas.microsoft.com/office/drawing/2014/main" id="{94DCDD7C-829E-44A1-95C5-E26E65B00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2463" y="90840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17C43D-7953-5BC1-E54E-298B9B3C2AC4}"/>
              </a:ext>
            </a:extLst>
          </p:cNvPr>
          <p:cNvSpPr txBox="1"/>
          <p:nvPr/>
        </p:nvSpPr>
        <p:spPr>
          <a:xfrm>
            <a:off x="247749" y="1643449"/>
            <a:ext cx="406475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000"/>
              <a:t>Application Domain
• Smart Campus Management
• Energy Monitoring
• Water Resource Management
Current Scenario
• Electricity wastage
• Water leakages
• Manual monitoring
• No centralized monitoring
Need
• Reduce energy use
• Detect leaks early
• Centralized monitoring
Target Users
• Administration
• Students
•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10215" y="1643449"/>
            <a:ext cx="432451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Need for the Project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Enable citizens to report issues easily.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Prioritize repairs based on severity.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 response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Increase transparency and accountability.</a:t>
            </a:r>
          </a:p>
          <a:p>
            <a:pPr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Target Users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Citizens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Municipal Authorities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Maintenance Teams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City Administrators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8966B-5E45-C503-F811-0B60D711E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20DA9B9C-9C1F-C1B6-ABBC-088B0E145F98}"/>
              </a:ext>
            </a:extLst>
          </p:cNvPr>
          <p:cNvSpPr/>
          <p:nvPr/>
        </p:nvSpPr>
        <p:spPr>
          <a:xfrm>
            <a:off x="254881" y="703681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2000"/>
              <a:t>Problem Statement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3F807FF4-D4C7-17C6-A289-C41F49E559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D77DB304-48B3-37F1-090D-E176DD71BA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61F0D18-9889-2140-D361-BE8DAD21DC8D}"/>
              </a:ext>
            </a:extLst>
          </p:cNvPr>
          <p:cNvSpPr txBox="1"/>
          <p:nvPr/>
        </p:nvSpPr>
        <p:spPr>
          <a:xfrm>
            <a:off x="132405" y="1437208"/>
            <a:ext cx="4237276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sz="2000"/>
              <a:t>Problem Definition
• Energy wastage
• Water leakages
• No integrated monitoring
Expected Impact
• Lower energy use
• Early leak detection
• Faster maintenance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43850" y="1437208"/>
            <a:ext cx="39093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Limitations of Current Systems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Manual and time-consuming process.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No centralized reporting platform.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Poor citizen participation.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Limited tracking and transparency.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Expected Impact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Faster issue reporting and response.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Priority-based repair planning.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Better resource utilization.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Improved citizen satisfaction and safer communities.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2373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23419" y="696348"/>
            <a:ext cx="8229600" cy="520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2000"/>
              <a:t>Objectives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33643" y="1231702"/>
            <a:ext cx="8876714" cy="23633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sz="2000"/>
              <a:t>Primary Objective
Develop an integrated smart campus monitoring system.
Measurable Objectives
• Monitor energy
• Detect leakages
• Alerts
• Dashboard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F0CCF27A-B923-CFB2-E34D-92165293E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062270" cy="5205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1F78C6F-61BB-F36E-4E4F-5F4B50855A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07962"/>
            <a:ext cx="8229600" cy="6435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25D29680-F82F-FC94-45D9-9EE4EC3C5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19" y="70338"/>
            <a:ext cx="4333505" cy="49940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2FF8738-7510-5CB8-1AAB-0EDE88D22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5364C4-63D2-2587-BDD5-E47FC6FE6F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907368"/>
            <a:ext cx="9144001" cy="41452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55209" y="598145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2000"/>
              <a:t>Existing vs Proposed System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199" y="1943100"/>
            <a:ext cx="802561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sz="2000"/>
              <a:t>Advantages
• Integrated monitoring
• Real-time alerts
• Sustainability
Existing: Manual
Proposed: Automated integrated system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04BFD0C4-588B-BD17-7364-B0E5A6D7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15C1243B-D1AD-C3B3-FD12-BEF7D4469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63520"/>
              </p:ext>
            </p:extLst>
          </p:nvPr>
        </p:nvGraphicFramePr>
        <p:xfrm>
          <a:off x="457199" y="1169043"/>
          <a:ext cx="7726102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3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3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811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Existing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Proposed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Manual inspections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Citizen-based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Delayed issue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Real-time reporting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No severity prioritization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AI-based severity scoring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Limited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itchFamily="18" charset="0"/>
                          <a:cs typeface="Times New Roman" pitchFamily="18" charset="0"/>
                        </a:rPr>
                        <a:t>Live repair status tracking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568F4-9537-9BBE-8E77-0E944199A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D731462E-ADC6-4F16-DB5F-A47D4D4CEE02}"/>
              </a:ext>
            </a:extLst>
          </p:cNvPr>
          <p:cNvSpPr/>
          <p:nvPr/>
        </p:nvSpPr>
        <p:spPr>
          <a:xfrm>
            <a:off x="355209" y="689617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2000"/>
              <a:t>Requirements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068C86-17F1-551D-B9DF-D917A8D46A55}"/>
              </a:ext>
            </a:extLst>
          </p:cNvPr>
          <p:cNvSpPr/>
          <p:nvPr/>
        </p:nvSpPr>
        <p:spPr>
          <a:xfrm>
            <a:off x="457201" y="1227482"/>
            <a:ext cx="4233720" cy="39160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sz="2000"/>
              <a:t>Functional
• Monitor electricity
• Detect leaks
• Alerts
Hardware
ESP32, Sensors
Software
HTML,CSS,JS,Python,MySQL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A2EB42FF-58FD-8209-D7CB-72F14A489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5D3C0A79-0557-F009-12CB-1D76CB46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90921" y="1262206"/>
            <a:ext cx="38938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Software Requirements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Frontend: HTML, CSS, JavaScript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Backend: Python (Flask/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Database: MySQL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Tools: VS Code, Git </a:t>
            </a:r>
          </a:p>
          <a:p>
            <a:pPr algn="just"/>
            <a:r>
              <a:rPr lang="en-IN" b="1" dirty="0">
                <a:latin typeface="Times New Roman" pitchFamily="18" charset="0"/>
                <a:cs typeface="Times New Roman" pitchFamily="18" charset="0"/>
              </a:rPr>
              <a:t>Dataset / APIs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 err="1">
                <a:latin typeface="Times New Roman" pitchFamily="18" charset="0"/>
                <a:cs typeface="Times New Roman" pitchFamily="18" charset="0"/>
              </a:rPr>
              <a:t>OpenStreetMap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/ Google Maps API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GPS Location API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Municipal infrastructure datasets 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IN" dirty="0">
                <a:latin typeface="Times New Roman" pitchFamily="18" charset="0"/>
                <a:cs typeface="Times New Roman" pitchFamily="18" charset="0"/>
              </a:rPr>
              <a:t>Image dataset for damage classification (if AI is used) </a:t>
            </a:r>
          </a:p>
          <a:p>
            <a:pPr algn="just"/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A06C2-C02C-6D48-8412-CE561BA8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2AF1F51-C6EB-0202-333A-01EB408305AD}"/>
              </a:ext>
            </a:extLst>
          </p:cNvPr>
          <p:cNvSpPr/>
          <p:nvPr/>
        </p:nvSpPr>
        <p:spPr>
          <a:xfrm>
            <a:off x="355209" y="630411"/>
            <a:ext cx="8229600" cy="5310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2000"/>
              <a:t>Architecture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A9519EB-7E14-9F58-4AE5-7851FCBBC64D}"/>
              </a:ext>
            </a:extLst>
          </p:cNvPr>
          <p:cNvSpPr/>
          <p:nvPr/>
        </p:nvSpPr>
        <p:spPr>
          <a:xfrm>
            <a:off x="457200" y="1361049"/>
            <a:ext cx="4012809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7447675B-4BCD-8C2F-0BFF-DB23062B19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84406"/>
            <a:ext cx="4249098" cy="436099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24D146C1-B978-92CE-E606-DC8DF5939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487068" y="1220672"/>
            <a:ext cx="473595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Workflow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Citizen reports an issue.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System analyzes severity and location.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identifies priority areas.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Authority assigns repair work.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Maintenance team updates status.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Citizen receives progress updates. </a:t>
            </a:r>
          </a:p>
          <a:p>
            <a:r>
              <a:rPr lang="en-US" b="1" dirty="0">
                <a:latin typeface="Times New Roman" pitchFamily="18" charset="0"/>
                <a:cs typeface="Times New Roman" pitchFamily="18" charset="0"/>
              </a:rPr>
              <a:t>Module Description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Reporting Module: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Submit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geotagged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complaints.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Severity &amp;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Heatmap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Module: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Prioritize issues based on impact.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Action Tracking Module: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Monitor repair progress and notify users.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945" y="1647510"/>
            <a:ext cx="1136483" cy="3393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42036" y="1219723"/>
            <a:ext cx="1782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itchFamily="18" charset="0"/>
                <a:cs typeface="Times New Roman" pitchFamily="18" charset="0"/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17822162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90810" y="3886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2000"/>
              <a:t>WBS
Requirement Analysis
Design
Development
Testing
Deployment
Risks
Sensor failure, Network issues</a:t>
            </a: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EAD7DE1C-7AC9-0271-EED6-CEECE7E19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49237"/>
            <a:ext cx="4062270" cy="485335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BBF5D320-9BA9-E228-0E05-56BE499CB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A2BB36-BC9F-C98C-6E6A-3DD3A6CC78DA}"/>
              </a:ext>
            </a:extLst>
          </p:cNvPr>
          <p:cNvSpPr txBox="1"/>
          <p:nvPr/>
        </p:nvSpPr>
        <p:spPr>
          <a:xfrm>
            <a:off x="2319195" y="832351"/>
            <a:ext cx="4505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latin typeface="Times New Roman" pitchFamily="18" charset="0"/>
                <a:cs typeface="Times New Roman" pitchFamily="18" charset="0"/>
              </a:rPr>
              <a:t>Planning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585576"/>
              </p:ext>
            </p:extLst>
          </p:nvPr>
        </p:nvGraphicFramePr>
        <p:xfrm>
          <a:off x="543656" y="3314700"/>
          <a:ext cx="638846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4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Incorrect reports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Verification &amp; image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GPS/Location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Accurate </a:t>
                      </a:r>
                      <a:r>
                        <a:rPr lang="en-IN" dirty="0" err="1">
                          <a:latin typeface="Times New Roman" pitchFamily="18" charset="0"/>
                          <a:cs typeface="Times New Roman" pitchFamily="18" charset="0"/>
                        </a:rPr>
                        <a:t>geotagging</a:t>
                      </a:r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Low user 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Simple and user-friendly app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337"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Server downtime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Times New Roman" pitchFamily="18" charset="0"/>
                          <a:cs typeface="Times New Roman" pitchFamily="18" charset="0"/>
                        </a:rPr>
                        <a:t>Regular</a:t>
                      </a:r>
                      <a:r>
                        <a:rPr lang="en-IN" baseline="0" dirty="0">
                          <a:latin typeface="Times New Roman" pitchFamily="18" charset="0"/>
                          <a:cs typeface="Times New Roman" pitchFamily="18" charset="0"/>
                        </a:rPr>
                        <a:t> backup &amp; cloud hosting</a:t>
                      </a:r>
                      <a:endParaRPr lang="en-IN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3656" y="2977978"/>
            <a:ext cx="361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itchFamily="18" charset="0"/>
                <a:cs typeface="Times New Roman" pitchFamily="18" charset="0"/>
              </a:rPr>
              <a:t>Risk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457200" y="464234"/>
            <a:ext cx="8229600" cy="587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sz="2000"/>
              <a:t>Expected Outcomes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457200" y="934171"/>
            <a:ext cx="8348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sz="2000"/>
              <a:t>Deliverables
Monitoring system
Dashboard
Documentation
Benefits
Reduced wastage
Early leak detection
Lower cost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5" descr="Admissions — SIMATS">
            <a:extLst>
              <a:ext uri="{FF2B5EF4-FFF2-40B4-BE49-F238E27FC236}">
                <a16:creationId xmlns:a16="http://schemas.microsoft.com/office/drawing/2014/main" id="{84425623-525D-AA26-9F21-A98065FA22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0920" y="70338"/>
            <a:ext cx="4114800" cy="506437"/>
          </a:xfrm>
          <a:prstGeom prst="rect">
            <a:avLst/>
          </a:prstGeom>
        </p:spPr>
      </p:pic>
      <p:pic>
        <p:nvPicPr>
          <p:cNvPr id="8" name="Picture 7" descr="Saveetha University">
            <a:extLst>
              <a:ext uri="{FF2B5EF4-FFF2-40B4-BE49-F238E27FC236}">
                <a16:creationId xmlns:a16="http://schemas.microsoft.com/office/drawing/2014/main" id="{AC4644FE-3C24-6480-0D3A-3F26E0F395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1" y="90841"/>
            <a:ext cx="4062270" cy="458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5,895 Thank You Sign Royalty-Free Images, Stock Photos &amp; Pictures |  Shutterstock">
            <a:extLst>
              <a:ext uri="{FF2B5EF4-FFF2-40B4-BE49-F238E27FC236}">
                <a16:creationId xmlns:a16="http://schemas.microsoft.com/office/drawing/2014/main" id="{6110245E-94C9-12DB-2750-254B00CE2C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033"/>
          <a:stretch>
            <a:fillRect/>
          </a:stretch>
        </p:blipFill>
        <p:spPr>
          <a:xfrm>
            <a:off x="1540412" y="1208099"/>
            <a:ext cx="5944626" cy="30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36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638</Words>
  <Application>Microsoft Office PowerPoint</Application>
  <PresentationFormat>On-screen Show (16:9)</PresentationFormat>
  <Paragraphs>100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Times New Roman</vt:lpstr>
      <vt:lpstr>Office Theme</vt:lpstr>
      <vt:lpstr>CROSS-UTILITY SMART CAMPUS RESOURCE MONITOR: INTEGRATED ENERGY COMPETITION AND WATER LEAKAGE DETECTION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And Development Of An Intelligent Smart Agriculture Management System Using Data Structures A</dc:title>
  <dc:subject>Design And Development Of An Intelligent Smart Agriculture Management System Using Data Structures A</dc:subject>
  <dc:creator>SlideMake.com</dc:creator>
  <cp:lastModifiedBy>MD Imthiaz I</cp:lastModifiedBy>
  <cp:revision>10</cp:revision>
  <dcterms:created xsi:type="dcterms:W3CDTF">2026-07-22T02:09:05Z</dcterms:created>
  <dcterms:modified xsi:type="dcterms:W3CDTF">2026-08-04T09:06:41Z</dcterms:modified>
</cp:coreProperties>
</file>